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600" b="1">
                <a:solidFill>
                  <a:srgbClr val="800000"/>
                </a:solidFill>
              </a:defRPr>
            </a:pPr>
            <a:r>
              <a:t>SISTEM INFORMASI SUMBER DAYA MANUSIA (HRIS)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PT DEA GLOBAL NIAGA</a:t>
            </a:r>
          </a:p>
          <a:p>
            <a:r>
              <a:t>Solusi Otomatisasi &amp; Digitalisasi HRD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Latar Belakang &amp; Permasalahan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Proses HR Manual Menimbulkan Tantangan Besar:</a:t>
            </a:r>
          </a:p>
          <a:p>
            <a:pPr lvl="1"/>
            <a:r>
              <a:t>1. Pencatatan Jam Kerja Tidak Akurat (Risiko Manipulasi/Titip Absen).</a:t>
            </a:r>
          </a:p>
          <a:p>
            <a:pPr lvl="1"/>
            <a:r>
              <a:t>2. Kehilangan Data Cuti (Pengajuan berbasis kertas/pesan singkat).</a:t>
            </a:r>
          </a:p>
          <a:p>
            <a:pPr lvl="1"/>
            <a:r>
              <a:t>3. Efisiensi Waktu Terbuang (Perekapan gaji &amp; absensi bulanan lambat).</a:t>
            </a:r>
          </a:p>
          <a:p>
            <a:pPr lvl="1"/>
            <a:r>
              <a:t>4. Transparansi Kinerja Rendah.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Solusi HRIS Berbasis Web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Transformasi Digital melalui HRIS Modern:</a:t>
            </a:r>
          </a:p>
          <a:p>
            <a:pPr lvl="1"/>
            <a:r>
              <a:t>Kehadiran Berbasis Lokasi (GPS) &amp; Pengenalan Wajah (Face API).</a:t>
            </a:r>
          </a:p>
          <a:p>
            <a:pPr lvl="1"/>
            <a:r>
              <a:t>Pengajuan Cuti &amp; Izin Digital secara Real-time.</a:t>
            </a:r>
          </a:p>
          <a:p>
            <a:pPr lvl="1"/>
            <a:r>
              <a:t>Sistem PWA (Progressive Web App): Bisa di-Install di Android &amp; iOS.</a:t>
            </a:r>
          </a:p>
          <a:p>
            <a:pPr lvl="1"/>
            <a:r>
              <a:t>Dashboard Analitik Lanjutan bagi Manajemen.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Fitur: Keamanan &amp; Autentikasi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Pemisahan Hak Akses Multi-Level:</a:t>
            </a:r>
          </a:p>
          <a:p>
            <a:pPr lvl="1"/>
            <a:r>
              <a:t>Admin/HR: Memiliki akses penuh ke pelaporan dan persetujuan.</a:t>
            </a:r>
          </a:p>
          <a:p>
            <a:pPr lvl="1"/>
            <a:r>
              <a:t>Pegawai: Hanya dapat melihat data pribadi dan melakukan presensi.</a:t>
            </a:r>
          </a:p>
          <a:p>
            <a:pPr lvl="1"/>
            <a:r>
              <a:t>Keamanan Password dengan Bcrypt (Hash 10-rounds).</a:t>
            </a:r>
          </a:p>
        </p:txBody>
      </p:sp>
      <p:pic>
        <p:nvPicPr>
          <p:cNvPr id="4" name="Picture 3" descr="au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657600" cy="50192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Fitur: Presensi Pintar (Smart Attendance)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Meniadakan Kecurangan dengan AI:</a:t>
            </a:r>
          </a:p>
          <a:p>
            <a:pPr lvl="1"/>
            <a:r>
              <a:t>Deteksi Wajah Karyawan secara langsung dari browser.</a:t>
            </a:r>
          </a:p>
          <a:p>
            <a:pPr lvl="1"/>
            <a:r>
              <a:t>Validasi Koordinat GPS saat menekan tombol Check-In.</a:t>
            </a:r>
          </a:p>
          <a:p>
            <a:pPr lvl="1"/>
            <a:r>
              <a:t>Watermark otomatis pada foto (Waktu &amp; Lokasi).</a:t>
            </a:r>
          </a:p>
          <a:p>
            <a:pPr lvl="1"/>
            <a:r>
              <a:t>Kompresi Gambar Otomatis untuk menghemat penyimpanan cloud.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Kemudahan Instalasi: Progressive Web App (PWA)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Tidak Perlu App Store atau Play Store:</a:t>
            </a:r>
          </a:p>
          <a:p>
            <a:pPr lvl="1"/>
            <a:r>
              <a:t>Buka link Vercel di browser (Safari/Chrome).</a:t>
            </a:r>
          </a:p>
          <a:p>
            <a:pPr lvl="1"/>
            <a:r>
              <a:t>Pilih 'Tambahkan ke Layar Utama' (Add to Home Screen).</a:t>
            </a:r>
          </a:p>
          <a:p>
            <a:pPr lvl="1"/>
            <a:r>
              <a:t>Tampil sebagai Aplikasi Native, lebih cepat &amp; hemat kuota.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Kesimpulan &amp; Dampak Positif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Return on Investment (ROI):</a:t>
            </a:r>
          </a:p>
          <a:p>
            <a:pPr lvl="1"/>
            <a:r>
              <a:t>Memangkas waktu administratif hingga 80%.</a:t>
            </a:r>
          </a:p>
          <a:p>
            <a:pPr lvl="1"/>
            <a:r>
              <a:t>Disiplin Karyawan Meningkat Drastis.</a:t>
            </a:r>
          </a:p>
          <a:p>
            <a:pPr lvl="1"/>
            <a:r>
              <a:t>Pengambilan keputusan berbasis data yang akurat.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