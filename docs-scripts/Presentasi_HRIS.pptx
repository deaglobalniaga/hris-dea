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800000"/>
                </a:solidFill>
              </a:defRPr>
            </a:pPr>
            <a:r>
              <a:t>SISTEM INFORMASI SUMBER DAYA MANUSIA (HRIS)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PT DEA GLOBAL NIAGA</a:t>
            </a:r>
          </a:p>
          <a:p>
            <a:r>
              <a:t>Solusi Otomatisasi &amp; Digitalisasi HRD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 &amp; Permasalahan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Proses HR Manual Menimbulkan Tantangan Besar:</a:t>
            </a:r>
          </a:p>
          <a:p>
            <a:pPr lvl="1"/>
            <a:r>
              <a:t>1. Pencatatan Jam Kerja Tidak Akurat (Risiko Manipulasi/Titip Absen).</a:t>
            </a:r>
          </a:p>
          <a:p>
            <a:pPr lvl="1"/>
            <a:r>
              <a:t>2. Kehilangan Data Cuti (Pengajuan berbasis kertas/pesan singkat).</a:t>
            </a:r>
          </a:p>
          <a:p>
            <a:pPr lvl="1"/>
            <a:r>
              <a:t>3. Efisiensi Waktu Terbuang (Perekapan gaji &amp; absensi bulanan lambat).</a:t>
            </a:r>
          </a:p>
          <a:p>
            <a:pPr lvl="1"/>
            <a:r>
              <a:t>4. Transparansi Kinerja Rendah.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Solusi HRIS Berbasis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Transformasi Digital melalui HRIS Modern:</a:t>
            </a:r>
          </a:p>
          <a:p>
            <a:pPr lvl="1"/>
            <a:r>
              <a:t>Kehadiran Berbasis Lokasi (GPS) &amp; Pengenalan Wajah (Face API).</a:t>
            </a:r>
          </a:p>
          <a:p>
            <a:pPr lvl="1"/>
            <a:r>
              <a:t>Pengajuan Cuti &amp; Izin Digital secara Real-time.</a:t>
            </a:r>
          </a:p>
          <a:p>
            <a:pPr lvl="1"/>
            <a:r>
              <a:t>Sistem PWA (Progressive Web App): Bisa di-Install di Android &amp; iOS.</a:t>
            </a:r>
          </a:p>
          <a:p>
            <a:pPr lvl="1"/>
            <a:r>
              <a:t>Dashboard Analitik Lanjutan bagi Manajemen.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Fitur: Keamanan &amp; Autentikasi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Pemisahan Hak Akses Multi-Level:</a:t>
            </a:r>
          </a:p>
          <a:p>
            <a:pPr lvl="1"/>
            <a:r>
              <a:t>Admin/HR: Memiliki akses penuh ke pelaporan dan persetujuan.</a:t>
            </a:r>
          </a:p>
          <a:p>
            <a:pPr lvl="1"/>
            <a:r>
              <a:t>Pegawai: Hanya dapat melihat data pribadi dan melakukan presensi.</a:t>
            </a:r>
          </a:p>
          <a:p>
            <a:pPr lvl="1"/>
            <a:r>
              <a:t>Keamanan Password dengan Bcrypt (Hash 10-rounds).</a:t>
            </a:r>
          </a:p>
        </p:txBody>
      </p:sp>
      <p:pic>
        <p:nvPicPr>
          <p:cNvPr id="4" name="Picture 3" descr="aut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50192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Fitur: Presensi Pintar (Smart Attendance)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Meniadakan Kecurangan dengan AI:</a:t>
            </a:r>
          </a:p>
          <a:p>
            <a:pPr lvl="1"/>
            <a:r>
              <a:t>Deteksi Wajah Karyawan secara langsung dari browser.</a:t>
            </a:r>
          </a:p>
          <a:p>
            <a:pPr lvl="1"/>
            <a:r>
              <a:t>Validasi Koordinat GPS saat menekan tombol Check-In.</a:t>
            </a:r>
          </a:p>
          <a:p>
            <a:pPr lvl="1"/>
            <a:r>
              <a:t>Watermark otomatis pada foto (Waktu &amp; Lokasi).</a:t>
            </a:r>
          </a:p>
          <a:p>
            <a:pPr lvl="1"/>
            <a:r>
              <a:t>Kompresi Gambar Otomatis untuk menghemat penyimpanan cloud.</a:t>
            </a:r>
          </a:p>
        </p:txBody>
      </p:sp>
      <p:pic>
        <p:nvPicPr>
          <p:cNvPr id="4" name="Picture 3" descr="3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70057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Kemudahan Instalasi: Progressive Web App (PWA)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Tidak Perlu App Store atau Play Store:</a:t>
            </a:r>
          </a:p>
          <a:p>
            <a:pPr lvl="1"/>
            <a:r>
              <a:t>Buka link Vercel di browser (Safari/Chrome).</a:t>
            </a:r>
          </a:p>
          <a:p>
            <a:pPr lvl="1"/>
            <a:r>
              <a:t>Pilih 'Tambahkan ke Layar Utama' (Add to Home Screen).</a:t>
            </a:r>
          </a:p>
          <a:p>
            <a:pPr lvl="1"/>
            <a:r>
              <a:t>Tampil sebagai Aplikasi Native, lebih cepat &amp; hemat kuota.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Perancangan Sistem: ERD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80361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Perancangan Sistem: 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71010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 Cuti, Laporan, &amp; Manajemen Karyawan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5_employ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200400" cy="1800225"/>
          </a:xfrm>
          <a:prstGeom prst="rect">
            <a:avLst/>
          </a:prstGeom>
        </p:spPr>
      </p:pic>
      <p:pic>
        <p:nvPicPr>
          <p:cNvPr id="5" name="Picture 4" descr="6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3200400" cy="1800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Sistem telah memodernisasi cara perusahaan melacak absensi.</a:t>
            </a:r>
          </a:p>
          <a:p>
            <a:pPr/>
            <a:r>
              <a:t>Meningkatkan kedisiplinan dan mencegah fraud dengan teknologi cerdas.</a:t>
            </a:r>
          </a:p>
          <a:p>
            <a:pPr/>
            <a:r>
              <a:t>Menghemat waktu ratusan jam per bulan untuk perekapan gaji.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